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5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566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github.com/rabbiyariaz/AgentForHuman_AID_Navigator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286000"/>
            <a:ext cx="6400800" cy="6400800"/>
          </a:xfrm>
          <a:prstGeom prst="ellipse">
            <a:avLst/>
          </a:prstGeom>
          <a:ln w="38100">
            <a:solidFill>
              <a:srgbClr val="2A3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-1463040"/>
            <a:ext cx="4754880" cy="4754880"/>
          </a:xfrm>
          <a:prstGeom prst="ellipse">
            <a:avLst/>
          </a:prstGeom>
          <a:ln w="38100">
            <a:solidFill>
              <a:srgbClr val="3342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0" y="-640080"/>
            <a:ext cx="3108960" cy="3108960"/>
          </a:xfrm>
          <a:prstGeom prst="ellipse">
            <a:avLst/>
          </a:prstGeom>
          <a:ln w="38100">
            <a:solidFill>
              <a:srgbClr val="3C4C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Navigator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resident's own words into a caseworker's next right action</a:t>
            </a:r>
            <a:endParaRPr lang="en-US" sz="2000" b="1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89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AWS ‘Agents for Humans’ Hackathon: Good Neighbor Track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#AgentsForHumans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547C2-8A4C-C394-DF7C-0736F292897D}"/>
              </a:ext>
            </a:extLst>
          </p:cNvPr>
          <p:cNvSpPr txBox="1"/>
          <p:nvPr/>
        </p:nvSpPr>
        <p:spPr>
          <a:xfrm>
            <a:off x="11190254" y="6260068"/>
            <a:ext cx="72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6217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thousands of DC households facing utility disconnection apply for LIHEAP heating assistance.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is manual: </a:t>
            </a:r>
            <a:r>
              <a:rPr lang="en-US" sz="1600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caseworkers cross-check stories against documents, income tables, and eligibility rules, while genuinely urgent cases sit in the queue behind routine ones.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63840" y="17373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599" y="1868119"/>
            <a:ext cx="744322" cy="7443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052560" y="19933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to verify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63840" y="30632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599" y="3193999"/>
            <a:ext cx="744322" cy="74432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52560" y="3319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Time-sensitive queue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863840" y="4389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599" y="4519879"/>
            <a:ext cx="744322" cy="74432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52560" y="46451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cases waiting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57F14-5251-0733-11C5-8EB7B03EBA03}"/>
              </a:ext>
            </a:extLst>
          </p:cNvPr>
          <p:cNvSpPr txBox="1"/>
          <p:nvPr/>
        </p:nvSpPr>
        <p:spPr>
          <a:xfrm>
            <a:off x="11190254" y="6260068"/>
            <a:ext cx="72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 &amp; Why It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80760" y="1965960"/>
            <a:ext cx="18288" cy="4023360"/>
          </a:xfrm>
          <a:prstGeom prst="rect">
            <a:avLst/>
          </a:prstGeom>
          <a:solidFill>
            <a:srgbClr val="D7D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20729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DOEE caseworkers and intake staff, and by extension, the residents whose cases get resolved faster.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46520" y="1965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f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505" y="2072945"/>
            <a:ext cx="608990" cy="6089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dirty="0"/>
          </a:p>
        </p:txBody>
      </p:sp>
      <p:sp>
        <p:nvSpPr>
          <p:cNvPr id="11" name="Text 7"/>
          <p:cNvSpPr txBox="1"/>
          <p:nvPr/>
        </p:nvSpPr>
        <p:spPr>
          <a:xfrm>
            <a:off x="6446520" y="297180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household with a shutoff notice already issued, same-day triage vs. a multi-day queue can mean the difference between keeping heat and losing it.</a:t>
            </a:r>
            <a:endParaRPr lang="en-US" sz="1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155D70-5164-D03A-179A-36B754B2DA39}"/>
              </a:ext>
            </a:extLst>
          </p:cNvPr>
          <p:cNvSpPr txBox="1"/>
          <p:nvPr/>
        </p:nvSpPr>
        <p:spPr>
          <a:xfrm>
            <a:off x="11190254" y="6260068"/>
            <a:ext cx="72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What I Learned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1929841"/>
            <a:ext cx="575158" cy="5751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69164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model access rejected with a payment authorization failure at the account level; unresolved as of submission, unrelated to IAM or configuration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3375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3438601"/>
            <a:ext cx="575158" cy="57515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32004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cloud deployment blocked by an account-level quota override (limit set to 0, AWS default is 1,000); confirmed via AWS Support, case open since Sep 12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4846320"/>
            <a:ext cx="777240" cy="777240"/>
          </a:xfrm>
          <a:prstGeom prst="ellipse">
            <a:avLst/>
          </a:prstGeom>
          <a:solidFill>
            <a:srgbClr val="1E8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4947361"/>
            <a:ext cx="575158" cy="57515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470916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by keeping AgentCore Runtime + Strands SDK architecture, moving extraction to Groq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DB8F52-3FCF-3596-3C86-CD06356938F5}"/>
              </a:ext>
            </a:extLst>
          </p:cNvPr>
          <p:cNvSpPr txBox="1"/>
          <p:nvPr/>
        </p:nvSpPr>
        <p:spPr>
          <a:xfrm>
            <a:off x="11190254" y="6260068"/>
            <a:ext cx="72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1609801"/>
            <a:ext cx="575158" cy="5751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5819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2569921"/>
            <a:ext cx="575158" cy="57515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2542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decides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5204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3B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gathers evidence that deterministic Python owns every eligibility, benefit, and contradiction decision.</a:t>
            </a:r>
            <a:endParaRPr lang="en-US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263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Navigator —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https://github.com/rabbiyariaz/AgentForHuman_AID_Navigator</a:t>
            </a:r>
            <a:endParaRPr lang="en-US" sz="1200" dirty="0"/>
          </a:p>
        </p:txBody>
      </p:sp>
      <p:pic>
        <p:nvPicPr>
          <p:cNvPr id="11" name="Image 2" descr="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685800"/>
            <a:ext cx="4279392" cy="57607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896CC2-9D61-DF0A-31B0-1C4DE2497944}"/>
              </a:ext>
            </a:extLst>
          </p:cNvPr>
          <p:cNvSpPr txBox="1"/>
          <p:nvPr/>
        </p:nvSpPr>
        <p:spPr>
          <a:xfrm>
            <a:off x="11190254" y="6260068"/>
            <a:ext cx="72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267</Words>
  <Application>Microsoft Office PowerPoint</Application>
  <PresentationFormat>Widescreen</PresentationFormat>
  <Paragraphs>34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Rabbiya Riaz</cp:lastModifiedBy>
  <cp:revision>2</cp:revision>
  <dcterms:created xsi:type="dcterms:W3CDTF">2026-09-14T08:39:33Z</dcterms:created>
  <dcterms:modified xsi:type="dcterms:W3CDTF">2026-09-14T09:09:11Z</dcterms:modified>
</cp:coreProperties>
</file>